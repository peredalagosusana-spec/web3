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0693400" cy="7556500"/>
  <p:notesSz cx="6858000" cy="9144000"/>
  <p:embeddedFontLst>
    <p:embeddedFont>
      <p:font typeface="Open Sans" charset="1" panose="020B0606030504020204"/>
      <p:regular r:id="rId17"/>
    </p:embeddedFont>
    <p:embeddedFont>
      <p:font typeface="Borel" charset="1" panose="00000000000000000000"/>
      <p:regular r:id="rId18"/>
    </p:embeddedFont>
    <p:embeddedFont>
      <p:font typeface="Open Sans Bold" charset="1" panose="020B08060305040202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slide3.xml" Type="http://schemas.openxmlformats.org/officeDocument/2006/relationships/slide"/><Relationship Id="rId13" Target="../media/image13.png" Type="http://schemas.openxmlformats.org/officeDocument/2006/relationships/image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slide4.xml" Type="http://schemas.openxmlformats.org/officeDocument/2006/relationships/slide"/><Relationship Id="rId7" Target="../media/image9.png" Type="http://schemas.openxmlformats.org/officeDocument/2006/relationships/image"/><Relationship Id="rId8" Target="../media/image10.svg" Type="http://schemas.openxmlformats.org/officeDocument/2006/relationships/image"/><Relationship Id="rId9" Target="slide5.xml" Type="http://schemas.openxmlformats.org/officeDocument/2006/relationships/slid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6.png" Type="http://schemas.openxmlformats.org/officeDocument/2006/relationships/image"/><Relationship Id="rId4" Target="../media/image17.svg" Type="http://schemas.openxmlformats.org/officeDocument/2006/relationships/image"/><Relationship Id="rId5" Target="../media/image18.png" Type="http://schemas.openxmlformats.org/officeDocument/2006/relationships/image"/><Relationship Id="rId6" Target="../media/image19.svg" Type="http://schemas.openxmlformats.org/officeDocument/2006/relationships/image"/><Relationship Id="rId7" Target="slide2.xml" Type="http://schemas.openxmlformats.org/officeDocument/2006/relationships/slid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6.png" Type="http://schemas.openxmlformats.org/officeDocument/2006/relationships/image"/><Relationship Id="rId4" Target="../media/image17.svg" Type="http://schemas.openxmlformats.org/officeDocument/2006/relationships/image"/><Relationship Id="rId5" Target="../media/image20.png" Type="http://schemas.openxmlformats.org/officeDocument/2006/relationships/image"/><Relationship Id="rId6" Target="../media/image21.png" Type="http://schemas.openxmlformats.org/officeDocument/2006/relationships/image"/><Relationship Id="rId7" Target="../media/image2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3.png" Type="http://schemas.openxmlformats.org/officeDocument/2006/relationships/image"/><Relationship Id="rId4" Target="../media/image24.png" Type="http://schemas.openxmlformats.org/officeDocument/2006/relationships/image"/><Relationship Id="rId5" Target="../media/image25.png" Type="http://schemas.openxmlformats.org/officeDocument/2006/relationships/image"/><Relationship Id="rId6" Target="../media/image26.png" Type="http://schemas.openxmlformats.org/officeDocument/2006/relationships/image"/><Relationship Id="rId7" Target="../media/image27.svg" Type="http://schemas.openxmlformats.org/officeDocument/2006/relationships/image"/><Relationship Id="rId8" Target="slide3.xml" Type="http://schemas.openxmlformats.org/officeDocument/2006/relationships/slide"/><Relationship Id="rId9" Target="slide7.xml" Type="http://schemas.openxmlformats.org/officeDocument/2006/relationships/slid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6.png" Type="http://schemas.openxmlformats.org/officeDocument/2006/relationships/image"/><Relationship Id="rId4" Target="../media/image17.svg" Type="http://schemas.openxmlformats.org/officeDocument/2006/relationships/image"/><Relationship Id="rId5" Target="../media/image20.png" Type="http://schemas.openxmlformats.org/officeDocument/2006/relationships/image"/><Relationship Id="rId6" Target="../media/image21.png" Type="http://schemas.openxmlformats.org/officeDocument/2006/relationships/image"/><Relationship Id="rId7" Target="../media/image2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3.svg" Type="http://schemas.openxmlformats.org/officeDocument/2006/relationships/image"/><Relationship Id="rId11" Target="slide9.xml" Type="http://schemas.openxmlformats.org/officeDocument/2006/relationships/slide"/><Relationship Id="rId12" Target="../media/image34.png" Type="http://schemas.openxmlformats.org/officeDocument/2006/relationships/image"/><Relationship Id="rId13" Target="../media/image35.svg" Type="http://schemas.openxmlformats.org/officeDocument/2006/relationships/image"/><Relationship Id="rId2" Target="../media/image1.jpeg" Type="http://schemas.openxmlformats.org/officeDocument/2006/relationships/image"/><Relationship Id="rId3" Target="../media/image28.png" Type="http://schemas.openxmlformats.org/officeDocument/2006/relationships/image"/><Relationship Id="rId4" Target="../media/image29.png" Type="http://schemas.openxmlformats.org/officeDocument/2006/relationships/image"/><Relationship Id="rId5" Target="../media/image26.png" Type="http://schemas.openxmlformats.org/officeDocument/2006/relationships/image"/><Relationship Id="rId6" Target="../media/image27.svg" Type="http://schemas.openxmlformats.org/officeDocument/2006/relationships/image"/><Relationship Id="rId7" Target="../media/image30.png" Type="http://schemas.openxmlformats.org/officeDocument/2006/relationships/image"/><Relationship Id="rId8" Target="../media/image31.svg" Type="http://schemas.openxmlformats.org/officeDocument/2006/relationships/image"/><Relationship Id="rId9" Target="../media/image3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slide10.xml" Type="http://schemas.openxmlformats.org/officeDocument/2006/relationships/slide"/><Relationship Id="rId2" Target="../media/image1.jpeg" Type="http://schemas.openxmlformats.org/officeDocument/2006/relationships/image"/><Relationship Id="rId3" Target="../media/image16.png" Type="http://schemas.openxmlformats.org/officeDocument/2006/relationships/image"/><Relationship Id="rId4" Target="../media/image17.svg" Type="http://schemas.openxmlformats.org/officeDocument/2006/relationships/image"/><Relationship Id="rId5" Target="../media/image20.png" Type="http://schemas.openxmlformats.org/officeDocument/2006/relationships/image"/><Relationship Id="rId6" Target="../media/image21.png" Type="http://schemas.openxmlformats.org/officeDocument/2006/relationships/image"/><Relationship Id="rId7" Target="../media/image22.svg" Type="http://schemas.openxmlformats.org/officeDocument/2006/relationships/image"/><Relationship Id="rId8" Target="../media/image36.png" Type="http://schemas.openxmlformats.org/officeDocument/2006/relationships/image"/><Relationship Id="rId9" Target="../media/image37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5.png" Type="http://schemas.openxmlformats.org/officeDocument/2006/relationships/image"/><Relationship Id="rId11" Target="slide11.xml" Type="http://schemas.openxmlformats.org/officeDocument/2006/relationships/slide"/><Relationship Id="rId2" Target="../media/image1.jpeg" Type="http://schemas.openxmlformats.org/officeDocument/2006/relationships/image"/><Relationship Id="rId3" Target="../media/image38.png" Type="http://schemas.openxmlformats.org/officeDocument/2006/relationships/image"/><Relationship Id="rId4" Target="../media/image39.svg" Type="http://schemas.openxmlformats.org/officeDocument/2006/relationships/image"/><Relationship Id="rId5" Target="../media/image40.png" Type="http://schemas.openxmlformats.org/officeDocument/2006/relationships/image"/><Relationship Id="rId6" Target="../media/image41.png" Type="http://schemas.openxmlformats.org/officeDocument/2006/relationships/image"/><Relationship Id="rId7" Target="../media/image42.svg" Type="http://schemas.openxmlformats.org/officeDocument/2006/relationships/image"/><Relationship Id="rId8" Target="../media/image43.png" Type="http://schemas.openxmlformats.org/officeDocument/2006/relationships/image"/><Relationship Id="rId9" Target="../media/image44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2743" y="-114943"/>
            <a:ext cx="10233257" cy="7674943"/>
          </a:xfrm>
          <a:custGeom>
            <a:avLst/>
            <a:gdLst/>
            <a:ahLst/>
            <a:cxnLst/>
            <a:rect r="r" b="b" t="t" l="l"/>
            <a:pathLst>
              <a:path h="7674943" w="10233257">
                <a:moveTo>
                  <a:pt x="0" y="0"/>
                </a:moveTo>
                <a:lnTo>
                  <a:pt x="10233257" y="0"/>
                </a:lnTo>
                <a:lnTo>
                  <a:pt x="10233257" y="7674943"/>
                </a:lnTo>
                <a:lnTo>
                  <a:pt x="0" y="76749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56000" y="326112"/>
            <a:ext cx="6792833" cy="6792833"/>
          </a:xfrm>
          <a:custGeom>
            <a:avLst/>
            <a:gdLst/>
            <a:ahLst/>
            <a:cxnLst/>
            <a:rect r="r" b="b" t="t" l="l"/>
            <a:pathLst>
              <a:path h="6792833" w="6792833">
                <a:moveTo>
                  <a:pt x="0" y="0"/>
                </a:moveTo>
                <a:lnTo>
                  <a:pt x="6792833" y="0"/>
                </a:lnTo>
                <a:lnTo>
                  <a:pt x="6792833" y="6792833"/>
                </a:lnTo>
                <a:lnTo>
                  <a:pt x="0" y="67928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510457" y="756000"/>
            <a:ext cx="4276800" cy="2689038"/>
          </a:xfrm>
          <a:custGeom>
            <a:avLst/>
            <a:gdLst/>
            <a:ahLst/>
            <a:cxnLst/>
            <a:rect r="r" b="b" t="t" l="l"/>
            <a:pathLst>
              <a:path h="2689038" w="4276800">
                <a:moveTo>
                  <a:pt x="0" y="0"/>
                </a:moveTo>
                <a:lnTo>
                  <a:pt x="4276800" y="0"/>
                </a:lnTo>
                <a:lnTo>
                  <a:pt x="4276800" y="2689038"/>
                </a:lnTo>
                <a:lnTo>
                  <a:pt x="0" y="26890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8002263" y="4552905"/>
            <a:ext cx="1816910" cy="1869888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6419480" y="1437389"/>
            <a:ext cx="3078904" cy="841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17"/>
              </a:lnSpc>
              <a:spcBef>
                <a:spcPct val="0"/>
              </a:spcBef>
            </a:pPr>
            <a:r>
              <a:rPr lang="en-US" sz="158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"¡Hola! He perdido la llave del cofre del reciclaj</a:t>
            </a:r>
            <a:r>
              <a:rPr lang="en-US" sz="158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e. ¿Me ayudas a abrirlo resolviendo 3 misiones?"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764413" y="5328056"/>
            <a:ext cx="292611" cy="462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95"/>
              </a:lnSpc>
              <a:spcBef>
                <a:spcPct val="0"/>
              </a:spcBef>
            </a:pPr>
            <a:r>
              <a:rPr lang="en-US" sz="278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SÍ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2743" y="-114943"/>
            <a:ext cx="10233257" cy="7674943"/>
          </a:xfrm>
          <a:custGeom>
            <a:avLst/>
            <a:gdLst/>
            <a:ahLst/>
            <a:cxnLst/>
            <a:rect r="r" b="b" t="t" l="l"/>
            <a:pathLst>
              <a:path h="7674943" w="10233257">
                <a:moveTo>
                  <a:pt x="0" y="0"/>
                </a:moveTo>
                <a:lnTo>
                  <a:pt x="10233257" y="0"/>
                </a:lnTo>
                <a:lnTo>
                  <a:pt x="10233257" y="7674943"/>
                </a:lnTo>
                <a:lnTo>
                  <a:pt x="0" y="76749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3819618" y="212990"/>
            <a:ext cx="2899507" cy="2982412"/>
          </a:xfrm>
          <a:prstGeom prst="rect">
            <a:avLst/>
          </a:prstGeom>
        </p:spPr>
      </p:pic>
      <p:sp>
        <p:nvSpPr>
          <p:cNvPr name="Freeform 4" id="4"/>
          <p:cNvSpPr/>
          <p:nvPr/>
        </p:nvSpPr>
        <p:spPr>
          <a:xfrm flipH="false" flipV="false" rot="0">
            <a:off x="1286263" y="3407557"/>
            <a:ext cx="1781762" cy="1944383"/>
          </a:xfrm>
          <a:custGeom>
            <a:avLst/>
            <a:gdLst/>
            <a:ahLst/>
            <a:cxnLst/>
            <a:rect r="r" b="b" t="t" l="l"/>
            <a:pathLst>
              <a:path h="1944383" w="1781762">
                <a:moveTo>
                  <a:pt x="0" y="0"/>
                </a:moveTo>
                <a:lnTo>
                  <a:pt x="1781762" y="0"/>
                </a:lnTo>
                <a:lnTo>
                  <a:pt x="1781762" y="1944383"/>
                </a:lnTo>
                <a:lnTo>
                  <a:pt x="0" y="19443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378490" y="4146739"/>
            <a:ext cx="1781762" cy="1944383"/>
          </a:xfrm>
          <a:custGeom>
            <a:avLst/>
            <a:gdLst/>
            <a:ahLst/>
            <a:cxnLst/>
            <a:rect r="r" b="b" t="t" l="l"/>
            <a:pathLst>
              <a:path h="1944383" w="1781762">
                <a:moveTo>
                  <a:pt x="0" y="0"/>
                </a:moveTo>
                <a:lnTo>
                  <a:pt x="1781762" y="0"/>
                </a:lnTo>
                <a:lnTo>
                  <a:pt x="1781762" y="1944383"/>
                </a:lnTo>
                <a:lnTo>
                  <a:pt x="0" y="19443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243951" y="3780000"/>
            <a:ext cx="1781762" cy="1944383"/>
          </a:xfrm>
          <a:custGeom>
            <a:avLst/>
            <a:gdLst/>
            <a:ahLst/>
            <a:cxnLst/>
            <a:rect r="r" b="b" t="t" l="l"/>
            <a:pathLst>
              <a:path h="1944383" w="1781762">
                <a:moveTo>
                  <a:pt x="0" y="0"/>
                </a:moveTo>
                <a:lnTo>
                  <a:pt x="1781762" y="0"/>
                </a:lnTo>
                <a:lnTo>
                  <a:pt x="1781762" y="1944383"/>
                </a:lnTo>
                <a:lnTo>
                  <a:pt x="0" y="19443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>
            <a:hlinkClick r:id="rId6" action="ppaction://hlinksldjump"/>
          </p:cNvPr>
          <p:cNvSpPr/>
          <p:nvPr/>
        </p:nvSpPr>
        <p:spPr>
          <a:xfrm flipH="false" flipV="false" rot="0">
            <a:off x="1582501" y="4040059"/>
            <a:ext cx="1189287" cy="679380"/>
          </a:xfrm>
          <a:custGeom>
            <a:avLst/>
            <a:gdLst/>
            <a:ahLst/>
            <a:cxnLst/>
            <a:rect r="r" b="b" t="t" l="l"/>
            <a:pathLst>
              <a:path h="679380" w="1189287">
                <a:moveTo>
                  <a:pt x="0" y="0"/>
                </a:moveTo>
                <a:lnTo>
                  <a:pt x="1189287" y="0"/>
                </a:lnTo>
                <a:lnTo>
                  <a:pt x="1189287" y="679380"/>
                </a:lnTo>
                <a:lnTo>
                  <a:pt x="0" y="6793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>
            <a:hlinkClick r:id="rId9" action="ppaction://hlinksldjump"/>
          </p:cNvPr>
          <p:cNvSpPr/>
          <p:nvPr/>
        </p:nvSpPr>
        <p:spPr>
          <a:xfrm flipH="false" flipV="false" rot="0">
            <a:off x="4728683" y="4662682"/>
            <a:ext cx="1209334" cy="912497"/>
          </a:xfrm>
          <a:custGeom>
            <a:avLst/>
            <a:gdLst/>
            <a:ahLst/>
            <a:cxnLst/>
            <a:rect r="r" b="b" t="t" l="l"/>
            <a:pathLst>
              <a:path h="912497" w="1209334">
                <a:moveTo>
                  <a:pt x="0" y="0"/>
                </a:moveTo>
                <a:lnTo>
                  <a:pt x="1209333" y="0"/>
                </a:lnTo>
                <a:lnTo>
                  <a:pt x="1209333" y="912497"/>
                </a:lnTo>
                <a:lnTo>
                  <a:pt x="0" y="91249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>
            <a:hlinkClick r:id="rId12" action="ppaction://hlinksldjump"/>
          </p:cNvPr>
          <p:cNvSpPr/>
          <p:nvPr/>
        </p:nvSpPr>
        <p:spPr>
          <a:xfrm flipH="false" flipV="false" rot="0">
            <a:off x="7598673" y="4286325"/>
            <a:ext cx="1072318" cy="1065616"/>
          </a:xfrm>
          <a:custGeom>
            <a:avLst/>
            <a:gdLst/>
            <a:ahLst/>
            <a:cxnLst/>
            <a:rect r="r" b="b" t="t" l="l"/>
            <a:pathLst>
              <a:path h="1065616" w="1072318">
                <a:moveTo>
                  <a:pt x="0" y="0"/>
                </a:moveTo>
                <a:lnTo>
                  <a:pt x="1072318" y="0"/>
                </a:lnTo>
                <a:lnTo>
                  <a:pt x="1072318" y="1065615"/>
                </a:lnTo>
                <a:lnTo>
                  <a:pt x="0" y="106561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5655633" y="2364755"/>
            <a:ext cx="814958" cy="1164225"/>
          </a:xfrm>
          <a:custGeom>
            <a:avLst/>
            <a:gdLst/>
            <a:ahLst/>
            <a:cxnLst/>
            <a:rect r="r" b="b" t="t" l="l"/>
            <a:pathLst>
              <a:path h="1164225" w="814958">
                <a:moveTo>
                  <a:pt x="0" y="0"/>
                </a:moveTo>
                <a:lnTo>
                  <a:pt x="814958" y="0"/>
                </a:lnTo>
                <a:lnTo>
                  <a:pt x="814958" y="1164225"/>
                </a:lnTo>
                <a:lnTo>
                  <a:pt x="0" y="116422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930284" y="1498773"/>
            <a:ext cx="2402438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RETO AZUL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177144" y="6517861"/>
            <a:ext cx="6487909" cy="286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16"/>
              </a:lnSpc>
              <a:spcBef>
                <a:spcPct val="0"/>
              </a:spcBef>
            </a:pPr>
            <a:r>
              <a:rPr lang="en-US" sz="172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PULSA ENCIMA DE LOS DIBUJOS QUE LLEVAN </a:t>
            </a:r>
            <a:r>
              <a:rPr lang="en-US" sz="1726">
                <a:solidFill>
                  <a:srgbClr val="FD7B37"/>
                </a:solidFill>
                <a:latin typeface="Open Sans"/>
                <a:ea typeface="Open Sans"/>
                <a:cs typeface="Open Sans"/>
                <a:sym typeface="Open Sans"/>
              </a:rPr>
              <a:t>R</a:t>
            </a:r>
            <a:r>
              <a:rPr lang="en-US" sz="172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EN SU NOMBRE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2743" y="-114943"/>
            <a:ext cx="10233257" cy="7674943"/>
          </a:xfrm>
          <a:custGeom>
            <a:avLst/>
            <a:gdLst/>
            <a:ahLst/>
            <a:cxnLst/>
            <a:rect r="r" b="b" t="t" l="l"/>
            <a:pathLst>
              <a:path h="7674943" w="10233257">
                <a:moveTo>
                  <a:pt x="0" y="0"/>
                </a:moveTo>
                <a:lnTo>
                  <a:pt x="10233257" y="0"/>
                </a:lnTo>
                <a:lnTo>
                  <a:pt x="10233257" y="7674943"/>
                </a:lnTo>
                <a:lnTo>
                  <a:pt x="0" y="76749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002210" y="2268000"/>
            <a:ext cx="2687580" cy="3024000"/>
          </a:xfrm>
          <a:custGeom>
            <a:avLst/>
            <a:gdLst/>
            <a:ahLst/>
            <a:cxnLst/>
            <a:rect r="r" b="b" t="t" l="l"/>
            <a:pathLst>
              <a:path h="3024000" w="2687580">
                <a:moveTo>
                  <a:pt x="0" y="0"/>
                </a:moveTo>
                <a:lnTo>
                  <a:pt x="2687580" y="0"/>
                </a:lnTo>
                <a:lnTo>
                  <a:pt x="2687580" y="3024000"/>
                </a:lnTo>
                <a:lnTo>
                  <a:pt x="0" y="3024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2743" y="-114943"/>
            <a:ext cx="10233257" cy="7674943"/>
          </a:xfrm>
          <a:custGeom>
            <a:avLst/>
            <a:gdLst/>
            <a:ahLst/>
            <a:cxnLst/>
            <a:rect r="r" b="b" t="t" l="l"/>
            <a:pathLst>
              <a:path h="7674943" w="10233257">
                <a:moveTo>
                  <a:pt x="0" y="0"/>
                </a:moveTo>
                <a:lnTo>
                  <a:pt x="10233257" y="0"/>
                </a:lnTo>
                <a:lnTo>
                  <a:pt x="10233257" y="7674943"/>
                </a:lnTo>
                <a:lnTo>
                  <a:pt x="0" y="76749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537843" y="1343827"/>
            <a:ext cx="3616315" cy="4042628"/>
          </a:xfrm>
          <a:custGeom>
            <a:avLst/>
            <a:gdLst/>
            <a:ahLst/>
            <a:cxnLst/>
            <a:rect r="r" b="b" t="t" l="l"/>
            <a:pathLst>
              <a:path h="4042628" w="3616315">
                <a:moveTo>
                  <a:pt x="0" y="0"/>
                </a:moveTo>
                <a:lnTo>
                  <a:pt x="3616314" y="0"/>
                </a:lnTo>
                <a:lnTo>
                  <a:pt x="3616314" y="4042628"/>
                </a:lnTo>
                <a:lnTo>
                  <a:pt x="0" y="404262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>
            <a:hlinkClick r:id="rId7" action="ppaction://hlinksldjump"/>
          </p:cNvPr>
          <p:cNvSpPr/>
          <p:nvPr/>
        </p:nvSpPr>
        <p:spPr>
          <a:xfrm flipH="false" flipV="false" rot="0">
            <a:off x="8149881" y="5552767"/>
            <a:ext cx="1578843" cy="1251233"/>
          </a:xfrm>
          <a:custGeom>
            <a:avLst/>
            <a:gdLst/>
            <a:ahLst/>
            <a:cxnLst/>
            <a:rect r="r" b="b" t="t" l="l"/>
            <a:pathLst>
              <a:path h="1251233" w="1578843">
                <a:moveTo>
                  <a:pt x="0" y="0"/>
                </a:moveTo>
                <a:lnTo>
                  <a:pt x="1578843" y="0"/>
                </a:lnTo>
                <a:lnTo>
                  <a:pt x="1578843" y="1251233"/>
                </a:lnTo>
                <a:lnTo>
                  <a:pt x="0" y="125123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2743" y="-114943"/>
            <a:ext cx="10233257" cy="7674943"/>
          </a:xfrm>
          <a:custGeom>
            <a:avLst/>
            <a:gdLst/>
            <a:ahLst/>
            <a:cxnLst/>
            <a:rect r="r" b="b" t="t" l="l"/>
            <a:pathLst>
              <a:path h="7674943" w="10233257">
                <a:moveTo>
                  <a:pt x="0" y="0"/>
                </a:moveTo>
                <a:lnTo>
                  <a:pt x="10233257" y="0"/>
                </a:lnTo>
                <a:lnTo>
                  <a:pt x="10233257" y="7674943"/>
                </a:lnTo>
                <a:lnTo>
                  <a:pt x="0" y="76749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855199" y="875062"/>
            <a:ext cx="3616315" cy="4042628"/>
          </a:xfrm>
          <a:custGeom>
            <a:avLst/>
            <a:gdLst/>
            <a:ahLst/>
            <a:cxnLst/>
            <a:rect r="r" b="b" t="t" l="l"/>
            <a:pathLst>
              <a:path h="4042628" w="3616315">
                <a:moveTo>
                  <a:pt x="0" y="0"/>
                </a:moveTo>
                <a:lnTo>
                  <a:pt x="3616315" y="0"/>
                </a:lnTo>
                <a:lnTo>
                  <a:pt x="3616315" y="4042628"/>
                </a:lnTo>
                <a:lnTo>
                  <a:pt x="0" y="404262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077529" y="4023780"/>
            <a:ext cx="3186406" cy="3186406"/>
          </a:xfrm>
          <a:custGeom>
            <a:avLst/>
            <a:gdLst/>
            <a:ahLst/>
            <a:cxnLst/>
            <a:rect r="r" b="b" t="t" l="l"/>
            <a:pathLst>
              <a:path h="3186406" w="3186406">
                <a:moveTo>
                  <a:pt x="0" y="0"/>
                </a:moveTo>
                <a:lnTo>
                  <a:pt x="3186406" y="0"/>
                </a:lnTo>
                <a:lnTo>
                  <a:pt x="3186406" y="3186406"/>
                </a:lnTo>
                <a:lnTo>
                  <a:pt x="0" y="318640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808107" y="3984730"/>
            <a:ext cx="2465578" cy="1910823"/>
          </a:xfrm>
          <a:custGeom>
            <a:avLst/>
            <a:gdLst/>
            <a:ahLst/>
            <a:cxnLst/>
            <a:rect r="r" b="b" t="t" l="l"/>
            <a:pathLst>
              <a:path h="1910823" w="2465578">
                <a:moveTo>
                  <a:pt x="0" y="0"/>
                </a:moveTo>
                <a:lnTo>
                  <a:pt x="2465578" y="0"/>
                </a:lnTo>
                <a:lnTo>
                  <a:pt x="2465578" y="1910822"/>
                </a:lnTo>
                <a:lnTo>
                  <a:pt x="0" y="191082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089912" y="4244734"/>
            <a:ext cx="1901968" cy="1043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17"/>
              </a:lnSpc>
            </a:pPr>
            <a:r>
              <a:rPr lang="en-US" sz="108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BIEN HECHO</a:t>
            </a:r>
          </a:p>
          <a:p>
            <a:pPr algn="ctr">
              <a:lnSpc>
                <a:spcPts val="1517"/>
              </a:lnSpc>
            </a:pPr>
            <a:r>
              <a:rPr lang="en-US" sz="108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HABÉIS CONSEGUIDO EL PRIMER CÓDIGO, LA LETRA:</a:t>
            </a:r>
          </a:p>
          <a:p>
            <a:pPr algn="ctr">
              <a:lnSpc>
                <a:spcPts val="4045"/>
              </a:lnSpc>
              <a:spcBef>
                <a:spcPct val="0"/>
              </a:spcBef>
            </a:pPr>
            <a:r>
              <a:rPr lang="en-US" sz="2889">
                <a:solidFill>
                  <a:srgbClr val="FF3131"/>
                </a:solidFill>
                <a:latin typeface="Open Sans"/>
                <a:ea typeface="Open Sans"/>
                <a:cs typeface="Open Sans"/>
                <a:sym typeface="Open Sans"/>
              </a:rPr>
              <a:t>R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2743" y="-114943"/>
            <a:ext cx="10233257" cy="7674943"/>
          </a:xfrm>
          <a:custGeom>
            <a:avLst/>
            <a:gdLst/>
            <a:ahLst/>
            <a:cxnLst/>
            <a:rect r="r" b="b" t="t" l="l"/>
            <a:pathLst>
              <a:path h="7674943" w="10233257">
                <a:moveTo>
                  <a:pt x="0" y="0"/>
                </a:moveTo>
                <a:lnTo>
                  <a:pt x="10233257" y="0"/>
                </a:lnTo>
                <a:lnTo>
                  <a:pt x="10233257" y="7674943"/>
                </a:lnTo>
                <a:lnTo>
                  <a:pt x="0" y="76749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559612" y="245875"/>
            <a:ext cx="3315865" cy="2899877"/>
          </a:xfrm>
          <a:prstGeom prst="rect">
            <a:avLst/>
          </a:prstGeom>
        </p:spPr>
      </p:pic>
      <p:sp>
        <p:nvSpPr>
          <p:cNvPr name="Freeform 4" id="4"/>
          <p:cNvSpPr/>
          <p:nvPr/>
        </p:nvSpPr>
        <p:spPr>
          <a:xfrm flipH="false" flipV="false" rot="0">
            <a:off x="810638" y="4602151"/>
            <a:ext cx="2050592" cy="1132952"/>
          </a:xfrm>
          <a:custGeom>
            <a:avLst/>
            <a:gdLst/>
            <a:ahLst/>
            <a:cxnLst/>
            <a:rect r="r" b="b" t="t" l="l"/>
            <a:pathLst>
              <a:path h="1132952" w="2050592">
                <a:moveTo>
                  <a:pt x="0" y="0"/>
                </a:moveTo>
                <a:lnTo>
                  <a:pt x="2050592" y="0"/>
                </a:lnTo>
                <a:lnTo>
                  <a:pt x="2050592" y="1132952"/>
                </a:lnTo>
                <a:lnTo>
                  <a:pt x="0" y="11329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736838" y="4784852"/>
            <a:ext cx="2050592" cy="1132952"/>
          </a:xfrm>
          <a:custGeom>
            <a:avLst/>
            <a:gdLst/>
            <a:ahLst/>
            <a:cxnLst/>
            <a:rect r="r" b="b" t="t" l="l"/>
            <a:pathLst>
              <a:path h="1132952" w="2050592">
                <a:moveTo>
                  <a:pt x="0" y="0"/>
                </a:moveTo>
                <a:lnTo>
                  <a:pt x="2050592" y="0"/>
                </a:lnTo>
                <a:lnTo>
                  <a:pt x="2050592" y="1132951"/>
                </a:lnTo>
                <a:lnTo>
                  <a:pt x="0" y="113295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892330" y="5050624"/>
            <a:ext cx="2050592" cy="1132952"/>
          </a:xfrm>
          <a:custGeom>
            <a:avLst/>
            <a:gdLst/>
            <a:ahLst/>
            <a:cxnLst/>
            <a:rect r="r" b="b" t="t" l="l"/>
            <a:pathLst>
              <a:path h="1132952" w="2050592">
                <a:moveTo>
                  <a:pt x="0" y="0"/>
                </a:moveTo>
                <a:lnTo>
                  <a:pt x="2050591" y="0"/>
                </a:lnTo>
                <a:lnTo>
                  <a:pt x="2050591" y="1132952"/>
                </a:lnTo>
                <a:lnTo>
                  <a:pt x="0" y="11329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892330" y="1794504"/>
            <a:ext cx="2807647" cy="2807647"/>
          </a:xfrm>
          <a:custGeom>
            <a:avLst/>
            <a:gdLst/>
            <a:ahLst/>
            <a:cxnLst/>
            <a:rect r="r" b="b" t="t" l="l"/>
            <a:pathLst>
              <a:path h="2807647" w="2807647">
                <a:moveTo>
                  <a:pt x="0" y="0"/>
                </a:moveTo>
                <a:lnTo>
                  <a:pt x="2807647" y="0"/>
                </a:lnTo>
                <a:lnTo>
                  <a:pt x="2807647" y="2807647"/>
                </a:lnTo>
                <a:lnTo>
                  <a:pt x="0" y="280764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207600" y="2897910"/>
            <a:ext cx="4276800" cy="1764180"/>
          </a:xfrm>
          <a:custGeom>
            <a:avLst/>
            <a:gdLst/>
            <a:ahLst/>
            <a:cxnLst/>
            <a:rect r="r" b="b" t="t" l="l"/>
            <a:pathLst>
              <a:path h="1764180" w="4276800">
                <a:moveTo>
                  <a:pt x="0" y="0"/>
                </a:moveTo>
                <a:lnTo>
                  <a:pt x="4276800" y="0"/>
                </a:lnTo>
                <a:lnTo>
                  <a:pt x="4276800" y="1764180"/>
                </a:lnTo>
                <a:lnTo>
                  <a:pt x="0" y="17641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549546" y="1099866"/>
            <a:ext cx="3049609" cy="1153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RETO </a:t>
            </a:r>
          </a:p>
          <a:p>
            <a:pPr algn="ctr">
              <a:lnSpc>
                <a:spcPts val="3079"/>
              </a:lnSpc>
            </a:pPr>
          </a:p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         AMARILLO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38156" y="4791723"/>
            <a:ext cx="1595557" cy="688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42"/>
              </a:lnSpc>
              <a:spcBef>
                <a:spcPct val="0"/>
              </a:spcBef>
            </a:pPr>
            <a:r>
              <a:rPr lang="en-US" sz="4030" u="sng">
                <a:solidFill>
                  <a:srgbClr val="FF9300"/>
                </a:solidFill>
                <a:latin typeface="Open Sans"/>
                <a:ea typeface="Open Sans"/>
                <a:cs typeface="Open Sans"/>
                <a:sym typeface="Open Sans"/>
                <a:hlinkClick r:id="rId8" action="ppaction://hlinksldjump"/>
              </a:rPr>
              <a:t>A L T 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964356" y="4974424"/>
            <a:ext cx="1595557" cy="688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42"/>
              </a:lnSpc>
              <a:spcBef>
                <a:spcPct val="0"/>
              </a:spcBef>
            </a:pPr>
            <a:r>
              <a:rPr lang="en-US" sz="4030" u="sng">
                <a:solidFill>
                  <a:srgbClr val="FF9300"/>
                </a:solidFill>
                <a:latin typeface="Open Sans"/>
                <a:ea typeface="Open Sans"/>
                <a:cs typeface="Open Sans"/>
                <a:sym typeface="Open Sans"/>
                <a:hlinkClick r:id="rId8" action="ppaction://hlinksldjump"/>
              </a:rPr>
              <a:t>T A L 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071079" y="5275127"/>
            <a:ext cx="1595557" cy="688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42"/>
              </a:lnSpc>
              <a:spcBef>
                <a:spcPct val="0"/>
              </a:spcBef>
            </a:pPr>
            <a:r>
              <a:rPr lang="en-US" sz="4030">
                <a:solidFill>
                  <a:srgbClr val="FF9300"/>
                </a:solidFill>
                <a:latin typeface="Open Sans"/>
                <a:ea typeface="Open Sans"/>
                <a:cs typeface="Open Sans"/>
                <a:sym typeface="Open Sans"/>
                <a:hlinkClick r:id="rId9" action="ppaction://hlinksldjump"/>
              </a:rPr>
              <a:t>L A T 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084355" y="3343836"/>
            <a:ext cx="2370033" cy="728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0"/>
              </a:lnSpc>
              <a:spcBef>
                <a:spcPct val="0"/>
              </a:spcBef>
            </a:pPr>
            <a:r>
              <a:rPr lang="en-US" sz="138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¿QUÉ TENGO EN LA MANO? PULSA ENCIMA DE LA PALABRA CORRECTA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2743" y="-114943"/>
            <a:ext cx="10233257" cy="7674943"/>
          </a:xfrm>
          <a:custGeom>
            <a:avLst/>
            <a:gdLst/>
            <a:ahLst/>
            <a:cxnLst/>
            <a:rect r="r" b="b" t="t" l="l"/>
            <a:pathLst>
              <a:path h="7674943" w="10233257">
                <a:moveTo>
                  <a:pt x="0" y="0"/>
                </a:moveTo>
                <a:lnTo>
                  <a:pt x="10233257" y="0"/>
                </a:lnTo>
                <a:lnTo>
                  <a:pt x="10233257" y="7674943"/>
                </a:lnTo>
                <a:lnTo>
                  <a:pt x="0" y="76749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994041" y="756000"/>
            <a:ext cx="3616315" cy="4042628"/>
          </a:xfrm>
          <a:custGeom>
            <a:avLst/>
            <a:gdLst/>
            <a:ahLst/>
            <a:cxnLst/>
            <a:rect r="r" b="b" t="t" l="l"/>
            <a:pathLst>
              <a:path h="4042628" w="3616315">
                <a:moveTo>
                  <a:pt x="0" y="0"/>
                </a:moveTo>
                <a:lnTo>
                  <a:pt x="3616315" y="0"/>
                </a:lnTo>
                <a:lnTo>
                  <a:pt x="3616315" y="4042628"/>
                </a:lnTo>
                <a:lnTo>
                  <a:pt x="0" y="404262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559485" y="3605226"/>
            <a:ext cx="3186406" cy="3186406"/>
          </a:xfrm>
          <a:custGeom>
            <a:avLst/>
            <a:gdLst/>
            <a:ahLst/>
            <a:cxnLst/>
            <a:rect r="r" b="b" t="t" l="l"/>
            <a:pathLst>
              <a:path h="3186406" w="3186406">
                <a:moveTo>
                  <a:pt x="0" y="0"/>
                </a:moveTo>
                <a:lnTo>
                  <a:pt x="3186406" y="0"/>
                </a:lnTo>
                <a:lnTo>
                  <a:pt x="3186406" y="3186406"/>
                </a:lnTo>
                <a:lnTo>
                  <a:pt x="0" y="318640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504140" y="2887805"/>
            <a:ext cx="2465578" cy="1910823"/>
          </a:xfrm>
          <a:custGeom>
            <a:avLst/>
            <a:gdLst/>
            <a:ahLst/>
            <a:cxnLst/>
            <a:rect r="r" b="b" t="t" l="l"/>
            <a:pathLst>
              <a:path h="1910823" w="2465578">
                <a:moveTo>
                  <a:pt x="0" y="0"/>
                </a:moveTo>
                <a:lnTo>
                  <a:pt x="2465578" y="0"/>
                </a:lnTo>
                <a:lnTo>
                  <a:pt x="2465578" y="1910823"/>
                </a:lnTo>
                <a:lnTo>
                  <a:pt x="0" y="19108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787430" y="3045529"/>
            <a:ext cx="1901968" cy="1235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17"/>
              </a:lnSpc>
            </a:pPr>
            <a:r>
              <a:rPr lang="en-US" sz="108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BIEN HECHO</a:t>
            </a:r>
          </a:p>
          <a:p>
            <a:pPr algn="ctr">
              <a:lnSpc>
                <a:spcPts val="1517"/>
              </a:lnSpc>
            </a:pPr>
            <a:r>
              <a:rPr lang="en-US" sz="108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HABÉIS CONSEGUIDO EL SEGUNDO CÓDIGO, LA LETRA:</a:t>
            </a:r>
          </a:p>
          <a:p>
            <a:pPr algn="ctr">
              <a:lnSpc>
                <a:spcPts val="4045"/>
              </a:lnSpc>
              <a:spcBef>
                <a:spcPct val="0"/>
              </a:spcBef>
            </a:pPr>
            <a:r>
              <a:rPr lang="en-US" sz="2889">
                <a:solidFill>
                  <a:srgbClr val="FF3131"/>
                </a:solidFill>
                <a:latin typeface="Borel"/>
                <a:ea typeface="Borel"/>
                <a:cs typeface="Borel"/>
                <a:sym typeface="Borel"/>
              </a:rPr>
              <a:t>r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2743" y="-114943"/>
            <a:ext cx="10233257" cy="7674943"/>
          </a:xfrm>
          <a:custGeom>
            <a:avLst/>
            <a:gdLst/>
            <a:ahLst/>
            <a:cxnLst/>
            <a:rect r="r" b="b" t="t" l="l"/>
            <a:pathLst>
              <a:path h="7674943" w="10233257">
                <a:moveTo>
                  <a:pt x="0" y="0"/>
                </a:moveTo>
                <a:lnTo>
                  <a:pt x="10233257" y="0"/>
                </a:lnTo>
                <a:lnTo>
                  <a:pt x="10233257" y="7674943"/>
                </a:lnTo>
                <a:lnTo>
                  <a:pt x="0" y="76749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22346" y="2935923"/>
            <a:ext cx="2581870" cy="2803850"/>
          </a:xfrm>
          <a:prstGeom prst="rect">
            <a:avLst/>
          </a:prstGeom>
        </p:spPr>
      </p:pic>
      <p:sp>
        <p:nvSpPr>
          <p:cNvPr name="Freeform 4" id="4"/>
          <p:cNvSpPr/>
          <p:nvPr/>
        </p:nvSpPr>
        <p:spPr>
          <a:xfrm flipH="false" flipV="false" rot="0">
            <a:off x="5724527" y="439491"/>
            <a:ext cx="4211473" cy="5963147"/>
          </a:xfrm>
          <a:custGeom>
            <a:avLst/>
            <a:gdLst/>
            <a:ahLst/>
            <a:cxnLst/>
            <a:rect r="r" b="b" t="t" l="l"/>
            <a:pathLst>
              <a:path h="5963147" w="4211473">
                <a:moveTo>
                  <a:pt x="0" y="0"/>
                </a:moveTo>
                <a:lnTo>
                  <a:pt x="4211473" y="0"/>
                </a:lnTo>
                <a:lnTo>
                  <a:pt x="4211473" y="5963148"/>
                </a:lnTo>
                <a:lnTo>
                  <a:pt x="0" y="59631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642531">
            <a:off x="1925342" y="1272252"/>
            <a:ext cx="4544971" cy="1874801"/>
          </a:xfrm>
          <a:custGeom>
            <a:avLst/>
            <a:gdLst/>
            <a:ahLst/>
            <a:cxnLst/>
            <a:rect r="r" b="b" t="t" l="l"/>
            <a:pathLst>
              <a:path h="1874801" w="4544971">
                <a:moveTo>
                  <a:pt x="0" y="0"/>
                </a:moveTo>
                <a:lnTo>
                  <a:pt x="4544971" y="0"/>
                </a:lnTo>
                <a:lnTo>
                  <a:pt x="4544971" y="1874800"/>
                </a:lnTo>
                <a:lnTo>
                  <a:pt x="0" y="187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718870" y="3204615"/>
            <a:ext cx="1157349" cy="1035828"/>
          </a:xfrm>
          <a:custGeom>
            <a:avLst/>
            <a:gdLst/>
            <a:ahLst/>
            <a:cxnLst/>
            <a:rect r="r" b="b" t="t" l="l"/>
            <a:pathLst>
              <a:path h="1035828" w="1157349">
                <a:moveTo>
                  <a:pt x="0" y="0"/>
                </a:moveTo>
                <a:lnTo>
                  <a:pt x="1157349" y="0"/>
                </a:lnTo>
                <a:lnTo>
                  <a:pt x="1157349" y="1035827"/>
                </a:lnTo>
                <a:lnTo>
                  <a:pt x="0" y="103582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>
            <a:hlinkClick r:id="rId11" action="ppaction://hlinksldjump"/>
          </p:cNvPr>
          <p:cNvSpPr/>
          <p:nvPr/>
        </p:nvSpPr>
        <p:spPr>
          <a:xfrm flipH="false" flipV="false" rot="0">
            <a:off x="3656615" y="4240442"/>
            <a:ext cx="1219605" cy="1091546"/>
          </a:xfrm>
          <a:custGeom>
            <a:avLst/>
            <a:gdLst/>
            <a:ahLst/>
            <a:cxnLst/>
            <a:rect r="r" b="b" t="t" l="l"/>
            <a:pathLst>
              <a:path h="1091546" w="1219605">
                <a:moveTo>
                  <a:pt x="0" y="0"/>
                </a:moveTo>
                <a:lnTo>
                  <a:pt x="1219604" y="0"/>
                </a:lnTo>
                <a:lnTo>
                  <a:pt x="1219604" y="1091547"/>
                </a:lnTo>
                <a:lnTo>
                  <a:pt x="0" y="109154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656615" y="5331989"/>
            <a:ext cx="1288341" cy="1153065"/>
          </a:xfrm>
          <a:custGeom>
            <a:avLst/>
            <a:gdLst/>
            <a:ahLst/>
            <a:cxnLst/>
            <a:rect r="r" b="b" t="t" l="l"/>
            <a:pathLst>
              <a:path h="1153065" w="1288341">
                <a:moveTo>
                  <a:pt x="0" y="0"/>
                </a:moveTo>
                <a:lnTo>
                  <a:pt x="1288340" y="0"/>
                </a:lnTo>
                <a:lnTo>
                  <a:pt x="1288340" y="1153065"/>
                </a:lnTo>
                <a:lnTo>
                  <a:pt x="0" y="115306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65928" y="3741900"/>
            <a:ext cx="3049609" cy="1153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RETO </a:t>
            </a:r>
          </a:p>
          <a:p>
            <a:pPr algn="ctr">
              <a:lnSpc>
                <a:spcPts val="3079"/>
              </a:lnSpc>
            </a:pPr>
          </a:p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         VERDE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552185" y="1928162"/>
            <a:ext cx="2975620" cy="534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85"/>
              </a:lnSpc>
            </a:pPr>
            <a:r>
              <a:rPr lang="en-US" sz="156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¿</a:t>
            </a:r>
            <a:r>
              <a:rPr lang="en-US" sz="156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CUÁNTAS BOTELLAS DE VÍDRIO</a:t>
            </a:r>
          </a:p>
          <a:p>
            <a:pPr algn="ctr">
              <a:lnSpc>
                <a:spcPts val="2185"/>
              </a:lnSpc>
              <a:spcBef>
                <a:spcPct val="0"/>
              </a:spcBef>
            </a:pPr>
            <a:r>
              <a:rPr lang="en-US" sz="156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HAY EN EL PAISAJE?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2743" y="-114943"/>
            <a:ext cx="10233257" cy="7674943"/>
          </a:xfrm>
          <a:custGeom>
            <a:avLst/>
            <a:gdLst/>
            <a:ahLst/>
            <a:cxnLst/>
            <a:rect r="r" b="b" t="t" l="l"/>
            <a:pathLst>
              <a:path h="7674943" w="10233257">
                <a:moveTo>
                  <a:pt x="0" y="0"/>
                </a:moveTo>
                <a:lnTo>
                  <a:pt x="10233257" y="0"/>
                </a:lnTo>
                <a:lnTo>
                  <a:pt x="10233257" y="7674943"/>
                </a:lnTo>
                <a:lnTo>
                  <a:pt x="0" y="76749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85712" y="864877"/>
            <a:ext cx="3616315" cy="4042628"/>
          </a:xfrm>
          <a:custGeom>
            <a:avLst/>
            <a:gdLst/>
            <a:ahLst/>
            <a:cxnLst/>
            <a:rect r="r" b="b" t="t" l="l"/>
            <a:pathLst>
              <a:path h="4042628" w="3616315">
                <a:moveTo>
                  <a:pt x="0" y="0"/>
                </a:moveTo>
                <a:lnTo>
                  <a:pt x="3616315" y="0"/>
                </a:lnTo>
                <a:lnTo>
                  <a:pt x="3616315" y="4042629"/>
                </a:lnTo>
                <a:lnTo>
                  <a:pt x="0" y="40426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997046" y="2121385"/>
            <a:ext cx="3186406" cy="3186406"/>
          </a:xfrm>
          <a:custGeom>
            <a:avLst/>
            <a:gdLst/>
            <a:ahLst/>
            <a:cxnLst/>
            <a:rect r="r" b="b" t="t" l="l"/>
            <a:pathLst>
              <a:path h="3186406" w="3186406">
                <a:moveTo>
                  <a:pt x="0" y="0"/>
                </a:moveTo>
                <a:lnTo>
                  <a:pt x="3186406" y="0"/>
                </a:lnTo>
                <a:lnTo>
                  <a:pt x="3186406" y="3186406"/>
                </a:lnTo>
                <a:lnTo>
                  <a:pt x="0" y="318640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724527" y="1646370"/>
            <a:ext cx="2465578" cy="1910823"/>
          </a:xfrm>
          <a:custGeom>
            <a:avLst/>
            <a:gdLst/>
            <a:ahLst/>
            <a:cxnLst/>
            <a:rect r="r" b="b" t="t" l="l"/>
            <a:pathLst>
              <a:path h="1910823" w="2465578">
                <a:moveTo>
                  <a:pt x="0" y="0"/>
                </a:moveTo>
                <a:lnTo>
                  <a:pt x="2465578" y="0"/>
                </a:lnTo>
                <a:lnTo>
                  <a:pt x="2465578" y="1910823"/>
                </a:lnTo>
                <a:lnTo>
                  <a:pt x="0" y="19108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>
            <a:hlinkClick r:id="rId10" action="ppaction://hlinksldjump"/>
          </p:cNvPr>
          <p:cNvSpPr/>
          <p:nvPr/>
        </p:nvSpPr>
        <p:spPr>
          <a:xfrm flipH="false" flipV="false" rot="0">
            <a:off x="4546068" y="4570857"/>
            <a:ext cx="2039226" cy="2039226"/>
          </a:xfrm>
          <a:custGeom>
            <a:avLst/>
            <a:gdLst/>
            <a:ahLst/>
            <a:cxnLst/>
            <a:rect r="r" b="b" t="t" l="l"/>
            <a:pathLst>
              <a:path h="2039226" w="2039226">
                <a:moveTo>
                  <a:pt x="0" y="0"/>
                </a:moveTo>
                <a:lnTo>
                  <a:pt x="2039225" y="0"/>
                </a:lnTo>
                <a:lnTo>
                  <a:pt x="2039225" y="2039226"/>
                </a:lnTo>
                <a:lnTo>
                  <a:pt x="0" y="203922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068194" y="1770544"/>
            <a:ext cx="1901968" cy="1235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17"/>
              </a:lnSpc>
            </a:pPr>
            <a:r>
              <a:rPr lang="en-US" sz="108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BIEN HECHO</a:t>
            </a:r>
          </a:p>
          <a:p>
            <a:pPr algn="ctr">
              <a:lnSpc>
                <a:spcPts val="1517"/>
              </a:lnSpc>
            </a:pPr>
            <a:r>
              <a:rPr lang="en-US" sz="108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HABÉIS CONSEGUIDO EL SEGUNDO CÓDIGO, LA LETRA:</a:t>
            </a:r>
          </a:p>
          <a:p>
            <a:pPr algn="ctr">
              <a:lnSpc>
                <a:spcPts val="4045"/>
              </a:lnSpc>
              <a:spcBef>
                <a:spcPct val="0"/>
              </a:spcBef>
            </a:pPr>
            <a:r>
              <a:rPr lang="en-US" sz="2889">
                <a:solidFill>
                  <a:srgbClr val="FF3131"/>
                </a:solidFill>
                <a:latin typeface="Open Sans"/>
                <a:ea typeface="Open Sans"/>
                <a:cs typeface="Open Sans"/>
                <a:sym typeface="Open Sans"/>
              </a:rPr>
              <a:t>R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29371" y="0"/>
            <a:ext cx="10233257" cy="7674943"/>
          </a:xfrm>
          <a:custGeom>
            <a:avLst/>
            <a:gdLst/>
            <a:ahLst/>
            <a:cxnLst/>
            <a:rect r="r" b="b" t="t" l="l"/>
            <a:pathLst>
              <a:path h="7674943" w="10233257">
                <a:moveTo>
                  <a:pt x="0" y="0"/>
                </a:moveTo>
                <a:lnTo>
                  <a:pt x="10233258" y="0"/>
                </a:lnTo>
                <a:lnTo>
                  <a:pt x="10233258" y="7674943"/>
                </a:lnTo>
                <a:lnTo>
                  <a:pt x="0" y="76749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73722" y="2569148"/>
            <a:ext cx="2160429" cy="2160429"/>
          </a:xfrm>
          <a:custGeom>
            <a:avLst/>
            <a:gdLst/>
            <a:ahLst/>
            <a:cxnLst/>
            <a:rect r="r" b="b" t="t" l="l"/>
            <a:pathLst>
              <a:path h="2160429" w="2160429">
                <a:moveTo>
                  <a:pt x="0" y="0"/>
                </a:moveTo>
                <a:lnTo>
                  <a:pt x="2160429" y="0"/>
                </a:lnTo>
                <a:lnTo>
                  <a:pt x="2160429" y="2160429"/>
                </a:lnTo>
                <a:lnTo>
                  <a:pt x="0" y="21604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189157" y="2964917"/>
            <a:ext cx="2160429" cy="2160429"/>
          </a:xfrm>
          <a:custGeom>
            <a:avLst/>
            <a:gdLst/>
            <a:ahLst/>
            <a:cxnLst/>
            <a:rect r="r" b="b" t="t" l="l"/>
            <a:pathLst>
              <a:path h="2160429" w="2160429">
                <a:moveTo>
                  <a:pt x="0" y="0"/>
                </a:moveTo>
                <a:lnTo>
                  <a:pt x="2160429" y="0"/>
                </a:lnTo>
                <a:lnTo>
                  <a:pt x="2160429" y="2160429"/>
                </a:lnTo>
                <a:lnTo>
                  <a:pt x="0" y="21604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099464" y="2569148"/>
            <a:ext cx="2160429" cy="2160429"/>
          </a:xfrm>
          <a:custGeom>
            <a:avLst/>
            <a:gdLst/>
            <a:ahLst/>
            <a:cxnLst/>
            <a:rect r="r" b="b" t="t" l="l"/>
            <a:pathLst>
              <a:path h="2160429" w="2160429">
                <a:moveTo>
                  <a:pt x="0" y="0"/>
                </a:moveTo>
                <a:lnTo>
                  <a:pt x="2160429" y="0"/>
                </a:lnTo>
                <a:lnTo>
                  <a:pt x="2160429" y="2160429"/>
                </a:lnTo>
                <a:lnTo>
                  <a:pt x="0" y="21604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550820" y="395149"/>
            <a:ext cx="3133693" cy="2173999"/>
          </a:xfrm>
          <a:custGeom>
            <a:avLst/>
            <a:gdLst/>
            <a:ahLst/>
            <a:cxnLst/>
            <a:rect r="r" b="b" t="t" l="l"/>
            <a:pathLst>
              <a:path h="2173999" w="3133693">
                <a:moveTo>
                  <a:pt x="0" y="0"/>
                </a:moveTo>
                <a:lnTo>
                  <a:pt x="3133693" y="0"/>
                </a:lnTo>
                <a:lnTo>
                  <a:pt x="3133693" y="2173999"/>
                </a:lnTo>
                <a:lnTo>
                  <a:pt x="0" y="21739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676198" y="1324827"/>
            <a:ext cx="882938" cy="1001916"/>
          </a:xfrm>
          <a:custGeom>
            <a:avLst/>
            <a:gdLst/>
            <a:ahLst/>
            <a:cxnLst/>
            <a:rect r="r" b="b" t="t" l="l"/>
            <a:pathLst>
              <a:path h="1001916" w="882938">
                <a:moveTo>
                  <a:pt x="0" y="0"/>
                </a:moveTo>
                <a:lnTo>
                  <a:pt x="882938" y="0"/>
                </a:lnTo>
                <a:lnTo>
                  <a:pt x="882938" y="1001915"/>
                </a:lnTo>
                <a:lnTo>
                  <a:pt x="0" y="100191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02329" y="4911805"/>
            <a:ext cx="2503216" cy="527951"/>
          </a:xfrm>
          <a:custGeom>
            <a:avLst/>
            <a:gdLst/>
            <a:ahLst/>
            <a:cxnLst/>
            <a:rect r="r" b="b" t="t" l="l"/>
            <a:pathLst>
              <a:path h="527951" w="2503216">
                <a:moveTo>
                  <a:pt x="0" y="0"/>
                </a:moveTo>
                <a:lnTo>
                  <a:pt x="2503215" y="0"/>
                </a:lnTo>
                <a:lnTo>
                  <a:pt x="2503215" y="527951"/>
                </a:lnTo>
                <a:lnTo>
                  <a:pt x="0" y="52795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017763" y="5468246"/>
            <a:ext cx="2503216" cy="527951"/>
          </a:xfrm>
          <a:custGeom>
            <a:avLst/>
            <a:gdLst/>
            <a:ahLst/>
            <a:cxnLst/>
            <a:rect r="r" b="b" t="t" l="l"/>
            <a:pathLst>
              <a:path h="527951" w="2503216">
                <a:moveTo>
                  <a:pt x="0" y="0"/>
                </a:moveTo>
                <a:lnTo>
                  <a:pt x="2503216" y="0"/>
                </a:lnTo>
                <a:lnTo>
                  <a:pt x="2503216" y="527951"/>
                </a:lnTo>
                <a:lnTo>
                  <a:pt x="0" y="52795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7035386" y="4861370"/>
            <a:ext cx="2503216" cy="527951"/>
          </a:xfrm>
          <a:custGeom>
            <a:avLst/>
            <a:gdLst/>
            <a:ahLst/>
            <a:cxnLst/>
            <a:rect r="r" b="b" t="t" l="l"/>
            <a:pathLst>
              <a:path h="527951" w="2503216">
                <a:moveTo>
                  <a:pt x="0" y="0"/>
                </a:moveTo>
                <a:lnTo>
                  <a:pt x="2503216" y="0"/>
                </a:lnTo>
                <a:lnTo>
                  <a:pt x="2503216" y="527951"/>
                </a:lnTo>
                <a:lnTo>
                  <a:pt x="0" y="52795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>
            <a:hlinkClick r:id="rId11" action="ppaction://hlinksldjump"/>
          </p:cNvPr>
          <p:cNvSpPr/>
          <p:nvPr/>
        </p:nvSpPr>
        <p:spPr>
          <a:xfrm flipH="false" flipV="false" rot="0">
            <a:off x="8395962" y="5732221"/>
            <a:ext cx="1540038" cy="1397585"/>
          </a:xfrm>
          <a:custGeom>
            <a:avLst/>
            <a:gdLst/>
            <a:ahLst/>
            <a:cxnLst/>
            <a:rect r="r" b="b" t="t" l="l"/>
            <a:pathLst>
              <a:path h="1397585" w="1540038">
                <a:moveTo>
                  <a:pt x="0" y="0"/>
                </a:moveTo>
                <a:lnTo>
                  <a:pt x="1540038" y="0"/>
                </a:lnTo>
                <a:lnTo>
                  <a:pt x="1540038" y="1397585"/>
                </a:lnTo>
                <a:lnTo>
                  <a:pt x="0" y="139758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156237" y="727425"/>
            <a:ext cx="1922859" cy="256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1"/>
              </a:lnSpc>
              <a:spcBef>
                <a:spcPct val="0"/>
              </a:spcBef>
            </a:pPr>
            <a:r>
              <a:rPr lang="en-US" b="true" sz="1536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INSERTA EL CÓDIGO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847104" y="6421402"/>
            <a:ext cx="4844534" cy="381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9"/>
              </a:lnSpc>
              <a:spcBef>
                <a:spcPct val="0"/>
              </a:spcBef>
            </a:pPr>
            <a:r>
              <a:rPr lang="en-US" sz="222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AHORA ESCRIBE LA REGLA DE LAS </a:t>
            </a:r>
            <a:r>
              <a:rPr lang="en-US" sz="2221">
                <a:solidFill>
                  <a:srgbClr val="FD7B37"/>
                </a:solidFill>
                <a:latin typeface="Open Sans"/>
                <a:ea typeface="Open Sans"/>
                <a:cs typeface="Open Sans"/>
                <a:sym typeface="Open Sans"/>
              </a:rPr>
              <a:t>3R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16929" y="152743"/>
            <a:ext cx="10258142" cy="7206804"/>
          </a:xfrm>
          <a:custGeom>
            <a:avLst/>
            <a:gdLst/>
            <a:ahLst/>
            <a:cxnLst/>
            <a:rect r="r" b="b" t="t" l="l"/>
            <a:pathLst>
              <a:path h="7206804" w="10258142">
                <a:moveTo>
                  <a:pt x="0" y="0"/>
                </a:moveTo>
                <a:lnTo>
                  <a:pt x="10258142" y="0"/>
                </a:lnTo>
                <a:lnTo>
                  <a:pt x="10258142" y="7206804"/>
                </a:lnTo>
                <a:lnTo>
                  <a:pt x="0" y="72068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774" r="-1251" b="-331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100344" y="4295415"/>
            <a:ext cx="3068136" cy="2897478"/>
          </a:xfrm>
          <a:custGeom>
            <a:avLst/>
            <a:gdLst/>
            <a:ahLst/>
            <a:cxnLst/>
            <a:rect r="r" b="b" t="t" l="l"/>
            <a:pathLst>
              <a:path h="2897478" w="3068136">
                <a:moveTo>
                  <a:pt x="0" y="0"/>
                </a:moveTo>
                <a:lnTo>
                  <a:pt x="3068135" y="0"/>
                </a:lnTo>
                <a:lnTo>
                  <a:pt x="3068135" y="2897478"/>
                </a:lnTo>
                <a:lnTo>
                  <a:pt x="0" y="28974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3157" t="-57730" r="-36710" b="-96957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342750" y="7340497"/>
            <a:ext cx="3068136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Texto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430966" y="2204969"/>
            <a:ext cx="6341418" cy="120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21"/>
              </a:lnSpc>
              <a:spcBef>
                <a:spcPct val="0"/>
              </a:spcBef>
            </a:pPr>
            <a:r>
              <a:rPr lang="en-US" sz="708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¡CONSEGUIDO!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DAHJ8ZtmqPY</dc:identifier>
  <dcterms:modified xsi:type="dcterms:W3CDTF">2011-08-01T06:04:30Z</dcterms:modified>
  <cp:revision>1</cp:revision>
  <dc:title>"¡Hola! Soy Nube. He perdido la llave del cofre del reciclaje. ¿Me ayudas a abrirlo resolviendo 3 misiones?"</dc:title>
</cp:coreProperties>
</file>